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0" d="100"/>
          <a:sy n="300" d="100"/>
        </p:scale>
        <p:origin x="360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55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插件图标设计稿（96 单位方格，幻灯片 10cm×10cm）</a:t>
            </a:r>
          </a:p>
          <a:p>
            <a:endParaRPr/>
          </a:p>
          <a:p>
            <a:r>
              <a:t>书的每一条边和圆弧都是**照抄**你原稿的坐标，没有按几何规则重算。</a:t>
            </a:r>
          </a:p>
          <a:p>
            <a:endParaRPr/>
          </a:p>
          <a:p>
            <a:r>
              <a:t>两条让开规则：</a:t>
            </a:r>
          </a:p>
          <a:p>
            <a:r>
              <a:t>  1. 书的边在椭圆穿过处断开，**但封面左上角（让开区）里不断**</a:t>
            </a:r>
          </a:p>
          <a:p>
            <a:r>
              <a:t>  2. 椭圆在节点圆圈内、以及封面左上角处断开</a:t>
            </a:r>
          </a:p>
          <a:p>
            <a:endParaRPr/>
          </a:p>
          <a:p>
            <a:r>
              <a:t>改动提示：</a:t>
            </a:r>
          </a:p>
          <a:p>
            <a:r>
              <a:t>· 节点请保持正圆（拖时按 Shift）。</a:t>
            </a:r>
          </a:p>
          <a:p>
            <a:r>
              <a:t>· 定稿后把坐标告诉我，我回填到 BOOK_LINES / BOOK_ARCS / ELLIPSE /</a:t>
            </a:r>
          </a:p>
          <a:p>
            <a:r>
              <a:t>  NODES 常量里，保持 tools/make_icon_pptx.py 是唯一设计源。</a:t>
            </a:r>
          </a:p>
          <a:p>
            <a:endParaRPr/>
          </a:p>
          <a:p>
            <a:r>
              <a:t>当前：椭圆 5 段弧，书的直段 10 条，圆弧 6 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500" y="97500"/>
            <a:ext cx="3375000" cy="33750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4356B"/>
              </a:gs>
              <a:gs pos="100000">
                <a:srgbClr val="2B7FA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>
            <a:off x="1224275" y="714690"/>
            <a:ext cx="1243127" cy="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>
            <a:cxnSpLocks/>
          </p:cNvCxnSpPr>
          <p:nvPr/>
        </p:nvCxnSpPr>
        <p:spPr>
          <a:xfrm flipH="1">
            <a:off x="2664599" y="1656280"/>
            <a:ext cx="3750" cy="806025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</p:cNvCxnSpPr>
          <p:nvPr/>
        </p:nvCxnSpPr>
        <p:spPr>
          <a:xfrm>
            <a:off x="1039143" y="902530"/>
            <a:ext cx="0" cy="136500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>
            <a:off x="1039143" y="2466280"/>
            <a:ext cx="0" cy="36375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>
            <a:off x="1301918" y="724326"/>
            <a:ext cx="3306" cy="1483204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1305224" y="2395030"/>
            <a:ext cx="0" cy="6000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endCxn id="15" idx="2"/>
          </p:cNvCxnSpPr>
          <p:nvPr/>
        </p:nvCxnSpPr>
        <p:spPr>
          <a:xfrm>
            <a:off x="1207724" y="2642530"/>
            <a:ext cx="1271250" cy="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1245224" y="2830030"/>
            <a:ext cx="1147500" cy="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07724" y="3017530"/>
            <a:ext cx="1350000" cy="0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 12"/>
          <p:cNvSpPr/>
          <p:nvPr/>
        </p:nvSpPr>
        <p:spPr>
          <a:xfrm rot="5400000">
            <a:off x="1038821" y="714690"/>
            <a:ext cx="375000" cy="375000"/>
          </a:xfrm>
          <a:prstGeom prst="arc">
            <a:avLst>
              <a:gd name="adj1" fmla="val 5400000"/>
              <a:gd name="adj2" fmla="val 10800000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 rot="10800000">
            <a:off x="2293349" y="714690"/>
            <a:ext cx="375000" cy="375000"/>
          </a:xfrm>
          <a:prstGeom prst="arc">
            <a:avLst>
              <a:gd name="adj1" fmla="val 5400000"/>
              <a:gd name="adj2" fmla="val 10800000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>
            <a:off x="2291474" y="2267530"/>
            <a:ext cx="375000" cy="375000"/>
          </a:xfrm>
          <a:prstGeom prst="arc">
            <a:avLst>
              <a:gd name="adj1" fmla="val 0"/>
              <a:gd name="adj2" fmla="val 5400000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rc 15"/>
          <p:cNvSpPr/>
          <p:nvPr/>
        </p:nvSpPr>
        <p:spPr>
          <a:xfrm>
            <a:off x="1305224" y="2267530"/>
            <a:ext cx="375000" cy="375000"/>
          </a:xfrm>
          <a:prstGeom prst="arc">
            <a:avLst>
              <a:gd name="adj1" fmla="val 5400000"/>
              <a:gd name="adj2" fmla="val 10800000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 rot="7836000">
            <a:off x="1037097" y="2642512"/>
            <a:ext cx="375000" cy="375000"/>
          </a:xfrm>
          <a:prstGeom prst="arc">
            <a:avLst>
              <a:gd name="adj1" fmla="val 19438988"/>
              <a:gd name="adj2" fmla="val 7962837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rc 17"/>
          <p:cNvSpPr/>
          <p:nvPr/>
        </p:nvSpPr>
        <p:spPr>
          <a:xfrm rot="7295867">
            <a:off x="2392528" y="2635030"/>
            <a:ext cx="375000" cy="375000"/>
          </a:xfrm>
          <a:prstGeom prst="arc">
            <a:avLst>
              <a:gd name="adj1" fmla="val 20292000"/>
              <a:gd name="adj2" fmla="val 7433800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rc 18"/>
          <p:cNvSpPr/>
          <p:nvPr/>
        </p:nvSpPr>
        <p:spPr>
          <a:xfrm rot="3528000">
            <a:off x="1282724" y="111280"/>
            <a:ext cx="1035000" cy="2820000"/>
          </a:xfrm>
          <a:prstGeom prst="arc">
            <a:avLst>
              <a:gd name="adj1" fmla="val 3491925"/>
              <a:gd name="adj2" fmla="val 4888885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rc 19"/>
          <p:cNvSpPr/>
          <p:nvPr/>
        </p:nvSpPr>
        <p:spPr>
          <a:xfrm rot="3528000">
            <a:off x="1282724" y="111280"/>
            <a:ext cx="1035000" cy="2820000"/>
          </a:xfrm>
          <a:prstGeom prst="arc">
            <a:avLst>
              <a:gd name="adj1" fmla="val 5483396"/>
              <a:gd name="adj2" fmla="val 7549722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rc 22"/>
          <p:cNvSpPr/>
          <p:nvPr/>
        </p:nvSpPr>
        <p:spPr>
          <a:xfrm rot="3528000">
            <a:off x="1282724" y="111280"/>
            <a:ext cx="1035000" cy="2820000"/>
          </a:xfrm>
          <a:prstGeom prst="arc">
            <a:avLst>
              <a:gd name="adj1" fmla="val 20102181"/>
              <a:gd name="adj2" fmla="val 2614015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816474" y="902530"/>
            <a:ext cx="255000" cy="255000"/>
          </a:xfrm>
          <a:prstGeom prst="ellipse">
            <a:avLst/>
          </a:prstGeom>
          <a:noFill/>
          <a:ln w="482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65224" y="1656280"/>
            <a:ext cx="255000" cy="255000"/>
          </a:xfrm>
          <a:prstGeom prst="ellipse">
            <a:avLst/>
          </a:prstGeom>
          <a:noFill/>
          <a:ln w="482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410224" y="2095030"/>
            <a:ext cx="255000" cy="255000"/>
          </a:xfrm>
          <a:prstGeom prst="ellipse">
            <a:avLst/>
          </a:prstGeom>
          <a:noFill/>
          <a:ln w="482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724" y="2211280"/>
            <a:ext cx="255000" cy="255000"/>
          </a:xfrm>
          <a:prstGeom prst="ellipse">
            <a:avLst/>
          </a:prstGeom>
          <a:noFill/>
          <a:ln w="482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rc 22">
            <a:extLst>
              <a:ext uri="{FF2B5EF4-FFF2-40B4-BE49-F238E27FC236}">
                <a16:creationId xmlns:a16="http://schemas.microsoft.com/office/drawing/2014/main" id="{410C9EA4-B3D7-E060-D6D1-9838F107C684}"/>
              </a:ext>
            </a:extLst>
          </p:cNvPr>
          <p:cNvSpPr/>
          <p:nvPr/>
        </p:nvSpPr>
        <p:spPr>
          <a:xfrm rot="3528000">
            <a:off x="1282724" y="111279"/>
            <a:ext cx="1035000" cy="2820000"/>
          </a:xfrm>
          <a:prstGeom prst="arc">
            <a:avLst>
              <a:gd name="adj1" fmla="val 17046341"/>
              <a:gd name="adj2" fmla="val 18839997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Arc 22">
            <a:extLst>
              <a:ext uri="{FF2B5EF4-FFF2-40B4-BE49-F238E27FC236}">
                <a16:creationId xmlns:a16="http://schemas.microsoft.com/office/drawing/2014/main" id="{07AE3E39-5795-EEEC-1EF2-C97F68657BD4}"/>
              </a:ext>
            </a:extLst>
          </p:cNvPr>
          <p:cNvSpPr/>
          <p:nvPr/>
        </p:nvSpPr>
        <p:spPr>
          <a:xfrm rot="3528000">
            <a:off x="1282725" y="111281"/>
            <a:ext cx="1035000" cy="2820000"/>
          </a:xfrm>
          <a:prstGeom prst="arc">
            <a:avLst>
              <a:gd name="adj1" fmla="val 14962831"/>
              <a:gd name="adj2" fmla="val 16555261"/>
            </a:avLst>
          </a:prstGeom>
          <a:noFill/>
          <a:ln w="48260" cap="rnd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">
            <a:extLst>
              <a:ext uri="{FF2B5EF4-FFF2-40B4-BE49-F238E27FC236}">
                <a16:creationId xmlns:a16="http://schemas.microsoft.com/office/drawing/2014/main" id="{05AB8DA4-3E90-1A1A-367A-DCD0848E15C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668349" y="902190"/>
            <a:ext cx="2197" cy="521368"/>
          </a:xfrm>
          <a:prstGeom prst="line">
            <a:avLst/>
          </a:prstGeom>
          <a:ln w="48260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炎钊 王</cp:lastModifiedBy>
  <cp:revision>2</cp:revision>
  <dcterms:created xsi:type="dcterms:W3CDTF">2013-01-27T09:14:16Z</dcterms:created>
  <dcterms:modified xsi:type="dcterms:W3CDTF">2026-10-03T17:04:42Z</dcterms:modified>
  <cp:category/>
</cp:coreProperties>
</file>